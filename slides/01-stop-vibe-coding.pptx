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253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Video 1. Set the stage — this is a series about doing AI coding the right way. No vibe coding. Pure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slide. Keep it brief — just tell them what they will walk away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 coined the term. Be fair — vibe coding has its place. The problem is when it bleeds into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 visually. Most developers in the room have lived this exact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failure mode clearly. Developers will recognise all four from experience — that's the point. It's not the AI's fault. It's the missing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overview. Each practice gets its own dedicated video in this series. Today is just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is the single highest-ROI thing a developer can set up in their project. We will dedicate a full video to it in this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visual comparison. Give it a moment. Let the audience read both columns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reframe that makes the whole series land. The AI hasn't changed. The structure around it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the full picture. This is 15 videos — every major area of Claude Code gets its own focused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Rapid-fire recap. Keep this punchy — one breath per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energy. Tease the next video specifically. Remind them to subscribe and drop questions in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Claude Code the Right Way  ·  Video 1 of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Vibe Coding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AI Development Mindset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AI. Completely different results.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Mastery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960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vibe coding actually 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failure modes it creates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structured AI coding looks like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shift that changes everything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vibe coding?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242D42"/>
          </a:solidFill>
          <a:ln w="19050">
            <a:solidFill>
              <a:srgbClr val="7C6FC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700" i="1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style of AI-assisted development where you feel your way through the code.</a:t>
            </a:r>
            <a:endParaRPr lang="en-US" sz="3600" dirty="0"/>
          </a:p>
          <a:p>
            <a:pPr marL="0" indent="0">
              <a:buNone/>
            </a:pPr>
            <a:r>
              <a:rPr lang="en-US" sz="1700" i="1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want. Accept what the AI gives. Iterate on vibes.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C2333"/>
          </a:solidFill>
          <a:ln w="1270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fine for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scripts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prototypes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experiments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C2333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for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324612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features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vibe coding trap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242D4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280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18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82496" y="1577340"/>
            <a:ext cx="146304" cy="0"/>
          </a:xfrm>
          <a:prstGeom prst="line">
            <a:avLst/>
          </a:prstGeom>
          <a:noFill/>
          <a:ln w="19050">
            <a:solidFill>
              <a:srgbClr val="E05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1188720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242D4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47088" y="1280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feature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47088" y="1618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1577340"/>
            <a:ext cx="146304" cy="0"/>
          </a:xfrm>
          <a:prstGeom prst="line">
            <a:avLst/>
          </a:prstGeom>
          <a:noFill/>
          <a:ln w="19050">
            <a:solidFill>
              <a:srgbClr val="E05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188720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242D4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19856" y="1280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1618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28032" y="1577340"/>
            <a:ext cx="146304" cy="0"/>
          </a:xfrm>
          <a:prstGeom prst="line">
            <a:avLst/>
          </a:prstGeom>
          <a:noFill/>
          <a:ln w="19050">
            <a:solidFill>
              <a:srgbClr val="E05C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1188720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242D4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80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breaks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2624" y="1618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577340"/>
            <a:ext cx="146304" cy="0"/>
          </a:xfrm>
          <a:prstGeom prst="line">
            <a:avLst/>
          </a:prstGeom>
          <a:noFill/>
          <a:ln w="19050">
            <a:solidFill>
              <a:srgbClr val="E05C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188720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242D42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1280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fix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1618488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×40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loops back to step 3 indefinitely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C2333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03580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sort of works  ·  That you don't understand  ·  That nobody can maintain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— produced at machine speed.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failure modes of vibe 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C2333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78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07899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saturation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loses track of decisions made earlier in the session. Code starts contradicting itself silently.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C2333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78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13248" y="107899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of truth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lives in chat history. Invisible to your team. Impossible to reconstruct a week later.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C2333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99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5568" y="29992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can't explain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4564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accepted it without understanding it. Debugging is guesswork. Code reviews are theater.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C2333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999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13248" y="29992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spiral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4564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Reprompting, re-explaining, recovering lost context. All wasted spend that upfront planning eliminates.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AI coding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— and yourself — a framework to operate within.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80744"/>
            <a:ext cx="475488" cy="47548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80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624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persistent brain — loads every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8321040" cy="0"/>
          </a:xfrm>
          <a:prstGeom prst="line">
            <a:avLst/>
          </a:prstGeom>
          <a:noFill/>
          <a:ln w="6350">
            <a:solidFill>
              <a:srgbClr val="24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84832"/>
            <a:ext cx="475488" cy="47548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 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done before writing a single 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8321040" cy="0"/>
          </a:xfrm>
          <a:prstGeom prst="line">
            <a:avLst/>
          </a:prstGeom>
          <a:noFill/>
          <a:ln w="6350">
            <a:solidFill>
              <a:srgbClr val="24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475488" cy="47548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706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05409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approach before implementation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321040" cy="0"/>
          </a:xfrm>
          <a:prstGeom prst="line">
            <a:avLst/>
          </a:prstGeom>
          <a:noFill/>
          <a:ln w="6350">
            <a:solidFill>
              <a:srgbClr val="24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93008"/>
            <a:ext cx="475488" cy="47548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93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75818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context window like RAM — deliberately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321040" cy="0"/>
          </a:xfrm>
          <a:prstGeom prst="line">
            <a:avLst/>
          </a:prstGeom>
          <a:noFill/>
          <a:ln w="6350">
            <a:solidFill>
              <a:srgbClr val="24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97096"/>
            <a:ext cx="475488" cy="47548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97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178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4622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best practices, invoke consistently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file in your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411480" cy="411480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automatically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it at the start of every session, no prompt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" cy="411480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59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conventions, architecture decisions, do-nots.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64992"/>
            <a:ext cx="411480" cy="411480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chat history — this is persistent across every session.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0D1117"/>
          </a:solidFill>
          <a:ln w="12700">
            <a:solidFill>
              <a:srgbClr val="242D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4023360" cy="0"/>
          </a:xfrm>
          <a:prstGeom prst="line">
            <a:avLst/>
          </a:prstGeom>
          <a:noFill/>
          <a:ln w="6350">
            <a:solidFill>
              <a:srgbClr val="24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Tech stack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901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Node.js 20, TypeScript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PostgreSQL + Drizzle 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724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B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999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async/await always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Errors via /lib/errors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547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Do not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096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Install packages without asking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370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Edit migration files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 — same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coding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 No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2082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208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feature — vague prompt.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5786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paste the 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36392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36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breaks — unknown why.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6941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fix it. Repeat × 40.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2519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victory. Code you can't explain.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463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 — define done.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02082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20208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CLAUDE.md with context.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57860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257860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— design before code.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136392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136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scoped task at a time.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69417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36941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change before moving 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425196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1C2333"/>
          </a:solidFill>
          <a:ln w="63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42519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code you understand.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mental model that changes everything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242D42"/>
          </a:solidFill>
          <a:ln w="190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is not a magic solution machine.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brilliant junior developer who needs clear instructions,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well-documented project, and a defined scope for each task.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2333"/>
          </a:solidFill>
          <a:ln w="1016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7889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instructions  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78892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Vague, inconsistent code — regardless of how good the AI 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4728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2333"/>
          </a:solidFill>
          <a:ln w="1016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447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project 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44728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cold. Claude re-learns what you already know.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0565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C2333"/>
          </a:solidFill>
          <a:ln w="1016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1056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spec + plan  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410565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 output. Production-quality. Code you can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in this series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242D42"/>
          </a:solidFill>
          <a:ln w="15240">
            <a:solidFill>
              <a:srgbClr val="0ABF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33272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960120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Vibe Coding (this video)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960120"/>
            <a:ext cx="17373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you are here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36192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1609344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536192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setup — install, configure, run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12264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185416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112264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the most important file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88336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04–06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761488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688336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commands, making changes, image context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264408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64408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07–09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337560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264408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window, Skills, SubAgents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40480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3913632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3840480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dev, Plan Mode, custom commands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416552"/>
            <a:ext cx="8412480" cy="484632"/>
          </a:xfrm>
          <a:prstGeom prst="roundRect">
            <a:avLst>
              <a:gd name="adj" fmla="val 13208"/>
            </a:avLst>
          </a:prstGeom>
          <a:solidFill>
            <a:srgbClr val="1C2333"/>
          </a:solidFill>
          <a:ln w="6350">
            <a:solidFill>
              <a:srgbClr val="242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16552"/>
            <a:ext cx="777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4489704"/>
            <a:ext cx="0" cy="338328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4416552"/>
            <a:ext cx="7040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Hooks, Plugins &amp; Notes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C2333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0" cy="530352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05840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works for throwaway scripts. It destroys real codebases.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C2333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659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2103120"/>
            <a:ext cx="0" cy="530352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965960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failure modes: context saturation, no source of truth, code you can't explain, spiraling costs.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C2333"/>
          </a:solidFill>
          <a:ln w="1270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97280" y="3063240"/>
            <a:ext cx="0" cy="530352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926080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coding gives the AI a framework: CLAUDE.md, specs, Plan Mode, context management, custom commands.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C2333"/>
          </a:solidFill>
          <a:ln w="1270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8862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4023360"/>
            <a:ext cx="0" cy="530352"/>
          </a:xfrm>
          <a:prstGeom prst="line">
            <a:avLst/>
          </a:prstGeom>
          <a:noFill/>
          <a:ln w="10160">
            <a:solidFill>
              <a:srgbClr val="24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886200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model: brilliant junior developer — give it what it needs to perform at its capability.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video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Setup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configure, and run — the right way from day 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2286000"/>
            <a:ext cx="3657600" cy="27432"/>
          </a:xfrm>
          <a:prstGeom prst="rect">
            <a:avLst/>
          </a:prstGeom>
          <a:solidFill>
            <a:srgbClr val="242D42"/>
          </a:solidFill>
          <a:ln w="12700">
            <a:solidFill>
              <a:srgbClr val="24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514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0ABFB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video every week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25146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 w="19050">
            <a:solidFill>
              <a:srgbClr val="7C6FC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F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 below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Claude Code the Right Way  ·  Series Playlist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1089</Words>
  <Application>Microsoft Office PowerPoint</Application>
  <PresentationFormat>On-screen Show (16:9)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Vibe Coding — The Structured AI Development Mindset</dc:title>
  <dc:subject>PptxGenJS Presentation</dc:subject>
  <dc:creator>PptxGenJS</dc:creator>
  <cp:lastModifiedBy>Amit Naik</cp:lastModifiedBy>
  <cp:revision>1</cp:revision>
  <dcterms:created xsi:type="dcterms:W3CDTF">2026-06-28T06:56:03Z</dcterms:created>
  <dcterms:modified xsi:type="dcterms:W3CDTF">2026-06-28T07:34:04Z</dcterms:modified>
</cp:coreProperties>
</file>